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3432-85CA-9AB5-AE2E-0A054A444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28B24-84F2-3577-81BF-BFCBA3E82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A52D1-AA33-0647-9EA7-7E7BD1E7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9895A-BA35-D084-3DC5-521C09C84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C3C0F-3C7D-5ADA-EC78-9C982A15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4B9E-5153-A4B7-8A15-C3E120A8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1A55C-8696-CFB0-954C-8E8C9474B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8C17-018E-AEE0-6383-12BE2AFC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4D0F2-1AB8-4B6F-5318-FE1660ED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DBEC8-311C-3545-2C23-6227FE19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1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B780-05E3-4965-956F-A936DF124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13B61-C1F6-7E75-59E1-7B7951F8A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52208-D57D-6B91-503A-2DCEE72E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5F3A1-14C2-D2E5-647E-902E28338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49B8C-F181-CBBE-4DDE-37FF5938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87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AC3F-CAD5-0C38-1AEE-BE8171CD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ACCBB-E3D9-4D14-B334-09D4072CD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2DD10-C104-9B65-29EC-B707DDBFC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759AE-389F-F00B-FD27-31EC3498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08DDF-94C5-0E8E-FB50-C5C498B1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5985F-7AAD-AA45-355F-B3E2BB7E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5AB0E-D60F-153A-7222-DA53D2D2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14F41-2CC0-C381-1ED9-D15602454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1605C-41BC-2079-5E33-5404D1EF0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7C4BA-5D72-CFDB-C615-D14457402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F911D-F531-F70B-92F3-3A6DCA908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6F5D28-DA5B-A5DD-35D8-526E1EA2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CB22E-E788-BF89-0C50-21FB86F0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61A1A0-474C-4E76-28B5-EB172DE7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3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63033-2815-9607-EEB3-3B419DB51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2E2B-31B2-9094-2394-6B4C9036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E70FC-0DE2-9EF6-EB93-A2AA3281C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02373-6C2B-9EEC-5BEA-115413C1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79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B18BD-CA72-CB11-CFAA-087B42EF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CA23C-431B-9E6E-B47B-29DDC0F0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8723B-E4D7-A86F-66B0-A3EC56237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9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C68D4-69FB-7867-2FF6-82DAB02B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7F89C-2EB0-F40F-8483-E33B8F2D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13B5A-ABFB-3E31-4AC9-E320F3C02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3D786-B08F-9061-C106-593ADB6C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A7A73-497D-96FC-8280-25ACDF0A4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B8C93-BF4F-F27F-441F-837ACD3A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5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F672-6115-8C52-EBCE-A093B455B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06A87-869D-245A-1F6C-B9578A784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9625A-7C6D-93C1-0A0C-E127B2360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F2437-6C2C-77C9-2BB2-2F3E9F39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0060D-B6CF-40ED-DB92-82F539109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18A0C-280B-0013-6072-C5915F08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5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828F-37EA-7259-E565-4BC532C9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9BB52-18EA-BBB3-AFFC-C91C2EFD9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92EA4-FA19-1A92-9B84-EB77E70C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05F03-0BE4-F990-70E7-F5226A05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52D96-7E0C-83F8-8460-3E0E51066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6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529C94-513D-11CC-DA41-C5230971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604E6-A1A4-3F84-4AE1-CCA8CAD8E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C069F-2C90-6255-E655-FF8C0C5C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97881-417D-C28F-41DD-DEEE5D27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A1265-2A40-6743-803A-EAD3BFF9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8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DCAAA4-1FA9-471B-F656-AAA1DAA1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6982-242D-F9ED-462A-72D5796E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06D42-F70A-3CE4-8586-F11C4DB4E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1CA45-38C1-4852-A39C-159A26F898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C8D6B-1D18-DBE6-3A52-AB41B37EF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CB8F0-1CF6-2F56-65DC-70B7EC17B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83239-136D-457E-AD59-7B3AAC2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4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3E31-F86C-2665-30F4-529795B4B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6789"/>
            <a:ext cx="9144000" cy="1931733"/>
          </a:xfrm>
        </p:spPr>
        <p:txBody>
          <a:bodyPr/>
          <a:lstStyle/>
          <a:p>
            <a:r>
              <a:rPr lang="en-US" dirty="0"/>
              <a:t>Space Invaders</a:t>
            </a:r>
            <a:br>
              <a:rPr lang="en-US" dirty="0"/>
            </a:br>
            <a:r>
              <a:rPr lang="en-US" sz="2800" dirty="0"/>
              <a:t>Blok </a:t>
            </a:r>
            <a:r>
              <a:rPr lang="en-US" sz="2800" dirty="0" err="1"/>
              <a:t>dijagram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D8AA5F-E74D-1E27-04CE-177562426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202238"/>
            <a:ext cx="9144000" cy="1655762"/>
          </a:xfrm>
        </p:spPr>
        <p:txBody>
          <a:bodyPr/>
          <a:lstStyle/>
          <a:p>
            <a:pPr algn="r"/>
            <a:r>
              <a:rPr lang="en-US" dirty="0"/>
              <a:t>Mitar </a:t>
            </a:r>
            <a:r>
              <a:rPr lang="sr-Latn-RS" dirty="0"/>
              <a:t>Šutić PR</a:t>
            </a:r>
            <a:r>
              <a:rPr lang="en-US" dirty="0"/>
              <a:t>102/2021</a:t>
            </a:r>
            <a:endParaRPr lang="sr-Latn-RS" dirty="0"/>
          </a:p>
          <a:p>
            <a:pPr algn="r"/>
            <a:r>
              <a:rPr lang="sr-Latn-RS" dirty="0"/>
              <a:t>Milan Gavrić PR</a:t>
            </a:r>
            <a:r>
              <a:rPr lang="en-US" dirty="0"/>
              <a:t>112/2021</a:t>
            </a:r>
          </a:p>
        </p:txBody>
      </p:sp>
    </p:spTree>
    <p:extLst>
      <p:ext uri="{BB962C8B-B14F-4D97-AF65-F5344CB8AC3E}">
        <p14:creationId xmlns:p14="http://schemas.microsoft.com/office/powerpoint/2010/main" val="3524983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CB870-919C-B919-B3F6-4E663675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Arhitektura</a:t>
            </a:r>
            <a:r>
              <a:rPr lang="en-US" dirty="0"/>
              <a:t> </a:t>
            </a:r>
            <a:r>
              <a:rPr lang="en-US" dirty="0" err="1"/>
              <a:t>sistema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3BDA30-95B3-C3E8-6D5B-A9C75F9B32F7}"/>
              </a:ext>
            </a:extLst>
          </p:cNvPr>
          <p:cNvSpPr/>
          <p:nvPr/>
        </p:nvSpPr>
        <p:spPr>
          <a:xfrm>
            <a:off x="576072" y="2020824"/>
            <a:ext cx="2926080" cy="1728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B56FB-4192-80EF-FC66-EA43F6923FAE}"/>
              </a:ext>
            </a:extLst>
          </p:cNvPr>
          <p:cNvSpPr/>
          <p:nvPr/>
        </p:nvSpPr>
        <p:spPr>
          <a:xfrm>
            <a:off x="4322064" y="2020823"/>
            <a:ext cx="2926080" cy="24780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9E5842-FAD2-33B5-DB74-CCC73DE2D121}"/>
              </a:ext>
            </a:extLst>
          </p:cNvPr>
          <p:cNvSpPr/>
          <p:nvPr/>
        </p:nvSpPr>
        <p:spPr>
          <a:xfrm>
            <a:off x="8250936" y="2020824"/>
            <a:ext cx="2926080" cy="1728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6C98F-1854-CA92-95CB-074608F5F3A9}"/>
              </a:ext>
            </a:extLst>
          </p:cNvPr>
          <p:cNvSpPr txBox="1"/>
          <p:nvPr/>
        </p:nvSpPr>
        <p:spPr>
          <a:xfrm>
            <a:off x="798576" y="2231136"/>
            <a:ext cx="2481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InputHandler.cs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Renderer.cs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Program.cs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A452E-A615-B076-D05F-CB8050984972}"/>
              </a:ext>
            </a:extLst>
          </p:cNvPr>
          <p:cNvSpPr txBox="1"/>
          <p:nvPr/>
        </p:nvSpPr>
        <p:spPr>
          <a:xfrm>
            <a:off x="4544568" y="2231136"/>
            <a:ext cx="24810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GameState.cs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Igrac.cs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Prepreka.cs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Projektil.cs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BinarySerializer.cs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InputCommand.cs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InputType.cs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0373F-D25B-38DB-747E-7D7A8C8744D0}"/>
              </a:ext>
            </a:extLst>
          </p:cNvPr>
          <p:cNvSpPr txBox="1"/>
          <p:nvPr/>
        </p:nvSpPr>
        <p:spPr>
          <a:xfrm>
            <a:off x="8473440" y="2231136"/>
            <a:ext cx="24810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GameEngine.cs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GamerServer.cs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TcpLoginServer.cs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UdpGameServer.cs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Program.cs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98329D-753C-1F24-0519-3DCD37110B0D}"/>
              </a:ext>
            </a:extLst>
          </p:cNvPr>
          <p:cNvSpPr txBox="1"/>
          <p:nvPr/>
        </p:nvSpPr>
        <p:spPr>
          <a:xfrm>
            <a:off x="576072" y="164559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A57F0B-299D-A985-6196-D1E657B7D642}"/>
              </a:ext>
            </a:extLst>
          </p:cNvPr>
          <p:cNvSpPr txBox="1"/>
          <p:nvPr/>
        </p:nvSpPr>
        <p:spPr>
          <a:xfrm>
            <a:off x="4322064" y="164559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Common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80EEA-B8F5-6B4F-832E-E799CBEBB8AD}"/>
              </a:ext>
            </a:extLst>
          </p:cNvPr>
          <p:cNvSpPr txBox="1"/>
          <p:nvPr/>
        </p:nvSpPr>
        <p:spPr>
          <a:xfrm>
            <a:off x="8250936" y="1651491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231151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F089-81F9-CFB3-EE0D-E56CD546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TCP Tok </a:t>
            </a:r>
            <a:r>
              <a:rPr lang="en-US" dirty="0" err="1"/>
              <a:t>komunikacije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3ED4FB-9D76-FC51-CDFD-B502B2D8CAE3}"/>
              </a:ext>
            </a:extLst>
          </p:cNvPr>
          <p:cNvSpPr/>
          <p:nvPr/>
        </p:nvSpPr>
        <p:spPr>
          <a:xfrm>
            <a:off x="1362456" y="2386584"/>
            <a:ext cx="2212848" cy="859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04CE6-6EF2-4F50-8549-52CEDABFBF42}"/>
              </a:ext>
            </a:extLst>
          </p:cNvPr>
          <p:cNvSpPr/>
          <p:nvPr/>
        </p:nvSpPr>
        <p:spPr>
          <a:xfrm>
            <a:off x="1362456" y="4281773"/>
            <a:ext cx="2212848" cy="859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08910-C4E2-6424-4B92-E01FC3494D1E}"/>
              </a:ext>
            </a:extLst>
          </p:cNvPr>
          <p:cNvSpPr/>
          <p:nvPr/>
        </p:nvSpPr>
        <p:spPr>
          <a:xfrm>
            <a:off x="7074408" y="3246120"/>
            <a:ext cx="2212848" cy="1035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846A5C-2044-450B-19A7-B1FCEDB19984}"/>
              </a:ext>
            </a:extLst>
          </p:cNvPr>
          <p:cNvSpPr txBox="1"/>
          <p:nvPr/>
        </p:nvSpPr>
        <p:spPr>
          <a:xfrm>
            <a:off x="1554480" y="263168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Client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83A8B-2364-BBCB-255A-472747574CC4}"/>
              </a:ext>
            </a:extLst>
          </p:cNvPr>
          <p:cNvSpPr txBox="1"/>
          <p:nvPr/>
        </p:nvSpPr>
        <p:spPr>
          <a:xfrm>
            <a:off x="1554480" y="452687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Client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74D73E-F285-0D98-13D0-8F822B7B1973}"/>
              </a:ext>
            </a:extLst>
          </p:cNvPr>
          <p:cNvSpPr txBox="1"/>
          <p:nvPr/>
        </p:nvSpPr>
        <p:spPr>
          <a:xfrm>
            <a:off x="7266432" y="357928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Server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5AC5B3-E37F-98C0-4DAA-DF7B407CE40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575304" y="2816352"/>
            <a:ext cx="3499104" cy="947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EB96E6-AEC4-9B04-0ABE-DAB32D88DC32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575304" y="3763947"/>
            <a:ext cx="3499104" cy="947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BBD609-8D9D-BC35-3BCA-94E35A4DFEAD}"/>
              </a:ext>
            </a:extLst>
          </p:cNvPr>
          <p:cNvCxnSpPr>
            <a:cxnSpLocks/>
          </p:cNvCxnSpPr>
          <p:nvPr/>
        </p:nvCxnSpPr>
        <p:spPr>
          <a:xfrm flipH="1" flipV="1">
            <a:off x="3575304" y="2571250"/>
            <a:ext cx="3499104" cy="857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F2B757-06A2-C8B9-97E8-A1872595300B}"/>
              </a:ext>
            </a:extLst>
          </p:cNvPr>
          <p:cNvCxnSpPr>
            <a:cxnSpLocks/>
          </p:cNvCxnSpPr>
          <p:nvPr/>
        </p:nvCxnSpPr>
        <p:spPr>
          <a:xfrm flipH="1">
            <a:off x="3575304" y="4042541"/>
            <a:ext cx="3499104" cy="941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D26C391-59E9-736E-3C2D-7AAEB2C4BAD8}"/>
              </a:ext>
            </a:extLst>
          </p:cNvPr>
          <p:cNvSpPr txBox="1"/>
          <p:nvPr/>
        </p:nvSpPr>
        <p:spPr>
          <a:xfrm>
            <a:off x="9287256" y="1321356"/>
            <a:ext cx="17099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TCP </a:t>
            </a:r>
            <a:r>
              <a:rPr lang="en-US" dirty="0" err="1">
                <a:solidFill>
                  <a:schemeClr val="accent1"/>
                </a:solidFill>
              </a:rPr>
              <a:t>konekcija</a:t>
            </a:r>
            <a:r>
              <a:rPr lang="en-US" dirty="0">
                <a:solidFill>
                  <a:schemeClr val="accent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1"/>
                </a:solidFill>
              </a:rPr>
              <a:t>Prijava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igraca</a:t>
            </a: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1"/>
                </a:solidFill>
              </a:rPr>
              <a:t>Biranje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moda</a:t>
            </a:r>
            <a:r>
              <a:rPr lang="en-US" dirty="0">
                <a:solidFill>
                  <a:schemeClr val="accent1"/>
                </a:solidFill>
              </a:rPr>
              <a:t> (</a:t>
            </a:r>
            <a:r>
              <a:rPr lang="en-US" dirty="0" err="1">
                <a:solidFill>
                  <a:schemeClr val="accent1"/>
                </a:solidFill>
              </a:rPr>
              <a:t>samo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prvi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igrac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5A723F-3277-1BAC-7CAC-772FFD6389D5}"/>
              </a:ext>
            </a:extLst>
          </p:cNvPr>
          <p:cNvSpPr txBox="1"/>
          <p:nvPr/>
        </p:nvSpPr>
        <p:spPr>
          <a:xfrm>
            <a:off x="5615940" y="3574411"/>
            <a:ext cx="170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TCP login</a:t>
            </a:r>
          </a:p>
        </p:txBody>
      </p:sp>
    </p:spTree>
    <p:extLst>
      <p:ext uri="{BB962C8B-B14F-4D97-AF65-F5344CB8AC3E}">
        <p14:creationId xmlns:p14="http://schemas.microsoft.com/office/powerpoint/2010/main" val="1579139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E583-35E5-9AAB-F587-AA91416E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UDP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komunikacije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3A5782-EAE2-18AA-14ED-E115131C3CEC}"/>
              </a:ext>
            </a:extLst>
          </p:cNvPr>
          <p:cNvSpPr/>
          <p:nvPr/>
        </p:nvSpPr>
        <p:spPr>
          <a:xfrm>
            <a:off x="1042416" y="2148840"/>
            <a:ext cx="2423160" cy="850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34EA26-6A2C-AAAF-36B5-6C7CB2EB9E5E}"/>
              </a:ext>
            </a:extLst>
          </p:cNvPr>
          <p:cNvSpPr/>
          <p:nvPr/>
        </p:nvSpPr>
        <p:spPr>
          <a:xfrm>
            <a:off x="1042416" y="3849624"/>
            <a:ext cx="2423160" cy="850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9C2522-B82D-C70A-C14D-A4476B833A9A}"/>
              </a:ext>
            </a:extLst>
          </p:cNvPr>
          <p:cNvSpPr/>
          <p:nvPr/>
        </p:nvSpPr>
        <p:spPr>
          <a:xfrm>
            <a:off x="7211568" y="2999232"/>
            <a:ext cx="2423160" cy="850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F7EC5-5EB4-E02A-2C4F-63A8E1ABC396}"/>
              </a:ext>
            </a:extLst>
          </p:cNvPr>
          <p:cNvSpPr txBox="1"/>
          <p:nvPr/>
        </p:nvSpPr>
        <p:spPr>
          <a:xfrm>
            <a:off x="1220724" y="4090154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Client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B530A-0627-ED93-7A88-3F8338920D1F}"/>
              </a:ext>
            </a:extLst>
          </p:cNvPr>
          <p:cNvSpPr txBox="1"/>
          <p:nvPr/>
        </p:nvSpPr>
        <p:spPr>
          <a:xfrm>
            <a:off x="1220724" y="2400824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Client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A336B-7CBF-FB60-2BC7-134476C892CA}"/>
              </a:ext>
            </a:extLst>
          </p:cNvPr>
          <p:cNvSpPr txBox="1"/>
          <p:nvPr/>
        </p:nvSpPr>
        <p:spPr>
          <a:xfrm>
            <a:off x="7389876" y="3239762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Server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3C5079-9664-3554-B948-84AD8ACC1B66}"/>
              </a:ext>
            </a:extLst>
          </p:cNvPr>
          <p:cNvCxnSpPr/>
          <p:nvPr/>
        </p:nvCxnSpPr>
        <p:spPr>
          <a:xfrm>
            <a:off x="3465576" y="2313432"/>
            <a:ext cx="3745992" cy="926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B1EA1F-750F-9B53-D29B-90AE2EFB901D}"/>
              </a:ext>
            </a:extLst>
          </p:cNvPr>
          <p:cNvCxnSpPr>
            <a:stCxn id="6" idx="1"/>
            <a:endCxn id="4" idx="3"/>
          </p:cNvCxnSpPr>
          <p:nvPr/>
        </p:nvCxnSpPr>
        <p:spPr>
          <a:xfrm flipH="1" flipV="1">
            <a:off x="3465576" y="2574036"/>
            <a:ext cx="3745992" cy="850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C2CFCB-D5F6-46DE-0C41-6A444B2C4D36}"/>
              </a:ext>
            </a:extLst>
          </p:cNvPr>
          <p:cNvCxnSpPr/>
          <p:nvPr/>
        </p:nvCxnSpPr>
        <p:spPr>
          <a:xfrm flipV="1">
            <a:off x="3465576" y="3609094"/>
            <a:ext cx="3745992" cy="481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79C299-7C93-CFFB-73AD-0B94455DFD01}"/>
              </a:ext>
            </a:extLst>
          </p:cNvPr>
          <p:cNvCxnSpPr>
            <a:endCxn id="5" idx="3"/>
          </p:cNvCxnSpPr>
          <p:nvPr/>
        </p:nvCxnSpPr>
        <p:spPr>
          <a:xfrm flipH="1">
            <a:off x="3465576" y="3767328"/>
            <a:ext cx="3745992" cy="507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43883FE-1CF1-DE05-F1C6-7631C5F0CB15}"/>
              </a:ext>
            </a:extLst>
          </p:cNvPr>
          <p:cNvSpPr txBox="1"/>
          <p:nvPr/>
        </p:nvSpPr>
        <p:spPr>
          <a:xfrm>
            <a:off x="9710928" y="1325880"/>
            <a:ext cx="207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UDP handshake</a:t>
            </a:r>
          </a:p>
        </p:txBody>
      </p:sp>
    </p:spTree>
    <p:extLst>
      <p:ext uri="{BB962C8B-B14F-4D97-AF65-F5344CB8AC3E}">
        <p14:creationId xmlns:p14="http://schemas.microsoft.com/office/powerpoint/2010/main" val="298171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A6EB-8463-7163-478E-C4ACFC3E6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Tok </a:t>
            </a:r>
            <a:r>
              <a:rPr lang="en-US" dirty="0" err="1"/>
              <a:t>igre</a:t>
            </a:r>
            <a:r>
              <a:rPr lang="en-US" dirty="0"/>
              <a:t> (Game Loop)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BB2920-6A54-F1C5-377A-FA81068977E7}"/>
              </a:ext>
            </a:extLst>
          </p:cNvPr>
          <p:cNvSpPr/>
          <p:nvPr/>
        </p:nvSpPr>
        <p:spPr>
          <a:xfrm>
            <a:off x="1042416" y="2148840"/>
            <a:ext cx="2423160" cy="850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83F4-0694-9C55-E40B-B9C14E2480CE}"/>
              </a:ext>
            </a:extLst>
          </p:cNvPr>
          <p:cNvSpPr/>
          <p:nvPr/>
        </p:nvSpPr>
        <p:spPr>
          <a:xfrm>
            <a:off x="1042416" y="3849624"/>
            <a:ext cx="2423160" cy="850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41C749-440A-D699-F0F5-D479E210D356}"/>
              </a:ext>
            </a:extLst>
          </p:cNvPr>
          <p:cNvSpPr/>
          <p:nvPr/>
        </p:nvSpPr>
        <p:spPr>
          <a:xfrm>
            <a:off x="7211568" y="2999232"/>
            <a:ext cx="2423160" cy="850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6288A-BBFC-6761-E9DF-E3778F7207E0}"/>
              </a:ext>
            </a:extLst>
          </p:cNvPr>
          <p:cNvSpPr txBox="1"/>
          <p:nvPr/>
        </p:nvSpPr>
        <p:spPr>
          <a:xfrm>
            <a:off x="1220724" y="4090154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Client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EE8371-1331-E523-12D4-26E55D350268}"/>
              </a:ext>
            </a:extLst>
          </p:cNvPr>
          <p:cNvSpPr txBox="1"/>
          <p:nvPr/>
        </p:nvSpPr>
        <p:spPr>
          <a:xfrm>
            <a:off x="1220724" y="2400824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Client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BBC48-1E29-6CB6-4624-826860EF4934}"/>
              </a:ext>
            </a:extLst>
          </p:cNvPr>
          <p:cNvSpPr txBox="1"/>
          <p:nvPr/>
        </p:nvSpPr>
        <p:spPr>
          <a:xfrm>
            <a:off x="7389876" y="3239762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Server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691670-A7CA-4355-5EFF-A19366135745}"/>
              </a:ext>
            </a:extLst>
          </p:cNvPr>
          <p:cNvCxnSpPr/>
          <p:nvPr/>
        </p:nvCxnSpPr>
        <p:spPr>
          <a:xfrm>
            <a:off x="3465576" y="2313432"/>
            <a:ext cx="3745992" cy="926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538752-7222-B85C-C7A7-D3E74F509A6E}"/>
              </a:ext>
            </a:extLst>
          </p:cNvPr>
          <p:cNvCxnSpPr>
            <a:stCxn id="6" idx="1"/>
            <a:endCxn id="4" idx="3"/>
          </p:cNvCxnSpPr>
          <p:nvPr/>
        </p:nvCxnSpPr>
        <p:spPr>
          <a:xfrm flipH="1" flipV="1">
            <a:off x="3465576" y="2574036"/>
            <a:ext cx="3745992" cy="850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3AA693-F2BC-95A2-6F53-18759A3E3A7F}"/>
              </a:ext>
            </a:extLst>
          </p:cNvPr>
          <p:cNvCxnSpPr/>
          <p:nvPr/>
        </p:nvCxnSpPr>
        <p:spPr>
          <a:xfrm flipV="1">
            <a:off x="3465576" y="3609094"/>
            <a:ext cx="3745992" cy="481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F89582-055C-063A-CDB4-649656DF21F5}"/>
              </a:ext>
            </a:extLst>
          </p:cNvPr>
          <p:cNvCxnSpPr>
            <a:endCxn id="5" idx="3"/>
          </p:cNvCxnSpPr>
          <p:nvPr/>
        </p:nvCxnSpPr>
        <p:spPr>
          <a:xfrm flipH="1">
            <a:off x="3465576" y="3767328"/>
            <a:ext cx="3745992" cy="507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43134CC-4D15-CB5A-A1A3-24FCA5F5A739}"/>
              </a:ext>
            </a:extLst>
          </p:cNvPr>
          <p:cNvSpPr txBox="1"/>
          <p:nvPr/>
        </p:nvSpPr>
        <p:spPr>
          <a:xfrm>
            <a:off x="4581906" y="2204704"/>
            <a:ext cx="225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SendInput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B8A5E2-09D9-69FF-09D6-4A75363A4A13}"/>
              </a:ext>
            </a:extLst>
          </p:cNvPr>
          <p:cNvSpPr txBox="1"/>
          <p:nvPr/>
        </p:nvSpPr>
        <p:spPr>
          <a:xfrm>
            <a:off x="4581906" y="4471416"/>
            <a:ext cx="22570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Server </a:t>
            </a:r>
            <a:r>
              <a:rPr lang="en-US" dirty="0" err="1">
                <a:solidFill>
                  <a:schemeClr val="tx2"/>
                </a:solidFill>
              </a:rPr>
              <a:t>upravlja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nad</a:t>
            </a:r>
            <a:r>
              <a:rPr lang="en-US" dirty="0">
                <a:solidFill>
                  <a:schemeClr val="tx2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</a:rPr>
              <a:t>Projektilima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</a:rPr>
              <a:t>Preprekama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</a:rPr>
              <a:t>Sudarima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I </a:t>
            </a:r>
            <a:r>
              <a:rPr lang="en-US" dirty="0" err="1">
                <a:solidFill>
                  <a:schemeClr val="tx2"/>
                </a:solidFill>
              </a:rPr>
              <a:t>salje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klijentu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D92C94-EB43-C704-D651-AF07619CA1F5}"/>
              </a:ext>
            </a:extLst>
          </p:cNvPr>
          <p:cNvSpPr txBox="1"/>
          <p:nvPr/>
        </p:nvSpPr>
        <p:spPr>
          <a:xfrm>
            <a:off x="7294626" y="2509635"/>
            <a:ext cx="225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ReceiveInput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7E94FA-B28F-83A7-5265-F2A37E58196B}"/>
              </a:ext>
            </a:extLst>
          </p:cNvPr>
          <p:cNvSpPr txBox="1"/>
          <p:nvPr/>
        </p:nvSpPr>
        <p:spPr>
          <a:xfrm>
            <a:off x="1125474" y="4940546"/>
            <a:ext cx="225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ReceiveState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7B507F-6918-68DD-DD1B-BF9F5D985528}"/>
              </a:ext>
            </a:extLst>
          </p:cNvPr>
          <p:cNvSpPr txBox="1"/>
          <p:nvPr/>
        </p:nvSpPr>
        <p:spPr>
          <a:xfrm>
            <a:off x="7345680" y="3985891"/>
            <a:ext cx="225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SendState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867AD-0235-579B-21AB-ECBC1B4D5A30}"/>
              </a:ext>
            </a:extLst>
          </p:cNvPr>
          <p:cNvSpPr txBox="1"/>
          <p:nvPr/>
        </p:nvSpPr>
        <p:spPr>
          <a:xfrm>
            <a:off x="1125474" y="1779508"/>
            <a:ext cx="225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ReceiveState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806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121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Space Invaders Blok dijagram</vt:lpstr>
      <vt:lpstr>Arhitektura sistema</vt:lpstr>
      <vt:lpstr>TCP Tok komunikacije </vt:lpstr>
      <vt:lpstr>UDP tok komunikacije</vt:lpstr>
      <vt:lpstr>Tok igre (Game Loop)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Mitar Sutic</dc:creator>
  <cp:lastModifiedBy>Mitar Sutic</cp:lastModifiedBy>
  <cp:revision>1</cp:revision>
  <dcterms:created xsi:type="dcterms:W3CDTF">2026-02-08T11:12:54Z</dcterms:created>
  <dcterms:modified xsi:type="dcterms:W3CDTF">2026-02-08T19:56:56Z</dcterms:modified>
</cp:coreProperties>
</file>